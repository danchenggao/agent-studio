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 snapToObjects="1">
      <p:cViewPr>
        <p:scale>
          <a:sx n="163" d="100"/>
          <a:sy n="163" d="100"/>
        </p:scale>
        <p:origin x="192" y="-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OpenJiuwen Anywhere (Connect)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FC3F7"/>
                </a:solidFill>
                <a:latin typeface="Calibri"/>
              </a:rPr>
              <a:t>The connect/ module brings OpenJiuwen agents and workflows to 14 messaging platforms and AI assistants via MCP — no browser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228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78992"/>
            <a:ext cx="5760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Calibri"/>
              </a:rPr>
              <a:t>THE PROBLEM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Users must open a browser and navigate to the web UI every time they want to use OpenJiuwen, creating friction in everyday use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AI assistants (Claude Desktop, JiuwenClaw) have no structured interface to invoke OpenJiuwen agents or workflows autonomously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People living in messaging apps (WhatsApp, Telegram, Slack, email) must switch context each time they need OpenJiuwen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Long-running agents produce no streaming output — users wait in silence until a full reply is ready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Some platforms enforce hard character limits and response-time deadlines incompatible with full-feature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78992"/>
            <a:ext cx="5760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9DB7C"/>
                </a:solidFill>
                <a:latin typeface="Calibri"/>
              </a:rPr>
              <a:t>THE SOLUTION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Channels: 14 platform adapters embed OpenJiuwen into messaging apps, email, terminal, and voice assistants — no context switch needed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MCP Server: exposes all OpenJiuwen agents and workflows as callable tools for Claude Desktop, JiuwenClaw, and any MCP-compatible AI assistant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Shared client library centralises auth, token refresh, and SSE parsing — one fix or improvement benefits all 14 adapters automatically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Per-user JWT authentication inside each messaging app keeps each person's agents, workflows, and history personal and private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Zero backend changes — the connect layer uses only existing REST endpoints with existing Bearer token 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48756" y="1078992"/>
            <a:ext cx="22860" cy="370332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888" y="4983480"/>
            <a:ext cx="2743200" cy="1600200"/>
          </a:xfrm>
          <a:prstGeom prst="rect">
            <a:avLst/>
          </a:prstGeom>
          <a:solidFill>
            <a:srgbClr val="1E334A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" y="51480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Calibri"/>
              </a:rPr>
              <a:t>~115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18104" y="4983480"/>
            <a:ext cx="2743200" cy="1600200"/>
          </a:xfrm>
          <a:prstGeom prst="rect">
            <a:avLst/>
          </a:prstGeom>
          <a:solidFill>
            <a:srgbClr val="1E334A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8104" y="51480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Calibri"/>
              </a:rPr>
              <a:t>6,000+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Lines of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983480"/>
            <a:ext cx="2743200" cy="1600200"/>
          </a:xfrm>
          <a:prstGeom prst="rect">
            <a:avLst/>
          </a:prstGeom>
          <a:solidFill>
            <a:srgbClr val="1E334A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51480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Calibri"/>
              </a:rPr>
              <a:t>0 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APIs / MCP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0536" y="4983480"/>
            <a:ext cx="2743200" cy="1600200"/>
          </a:xfrm>
          <a:prstGeom prst="rect">
            <a:avLst/>
          </a:prstGeom>
          <a:solidFill>
            <a:srgbClr val="1E334A"/>
          </a:solidFill>
          <a:ln w="1524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51480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FC3F7"/>
                </a:solidFill>
                <a:latin typeface="Calibri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New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C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228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Implementation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41248"/>
            <a:ext cx="5779008" cy="2761488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896112"/>
            <a:ext cx="5669280" cy="2651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4FC3F7"/>
                </a:solidFill>
              </a:rPr>
              <a:t>ARCHITECTURE &amp; DESIGN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Strict client/adapter separation — connect/client/ has zero platform-specific imports; all business logic lives in one place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Thin adapters — each adapter does exactly 3 things: extract user ID + message, call client/, format and return the result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Shared client library handles auth, token refresh, SSE parsing, and workflow param collection for all 14 adapters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Single entry point — all platforms started via:  python -m channels.run &lt;platform&gt;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4768" y="841248"/>
            <a:ext cx="5779008" cy="2761488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896112"/>
            <a:ext cx="5669280" cy="2651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4FC3F7"/>
                </a:solidFill>
              </a:rPr>
              <a:t>CHANNEL ADAPTERS — 14 PLATFORMS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Outbound (no public URL): Telegram (long poll), Slack (Socket Mode WebSocket), Discord (WebSocket gateway)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Inbound webhook (public HTTPS required): WhatsApp, Teams, Messenger, Twilio, Google Assistant, Alexa, GitHub, WeChat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Local (no network registration): CLI (stdin/stdout), HTTP Webhook (self-hosted, optional API key guard)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All 14 adapters share an identical internal layout: launcher · client_session · handlers_registrator · auth/agents/workflows/general handlers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3694175"/>
            <a:ext cx="5779008" cy="2761488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3749039"/>
            <a:ext cx="5669280" cy="2651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4FC3F7"/>
                </a:solidFill>
              </a:rPr>
              <a:t>MCP SERVER — AI ASSISTANT INTEGRATION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Exposes 9 tools to any MCP-compatible AI assistant: list/search/run agents, list/search/get/run workflows, health check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Transport: stdio only — AI client spawns mcp_server as a subprocess; stdin carries requests, stdout carries responses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Tool discovery at startup via tools/list — client receives full schema of all 9 tools and calls them autonomously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Supported clients: Claude Desktop (Anthropic), JiuwenClaw, and any other MCP-compatible AI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3694175"/>
            <a:ext cx="5779008" cy="2761488"/>
          </a:xfrm>
          <a:prstGeom prst="rect">
            <a:avLst/>
          </a:prstGeom>
          <a:solidFill>
            <a:srgbClr val="1A2E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3749039"/>
            <a:ext cx="5669280" cy="2651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4FC3F7"/>
                </a:solidFill>
              </a:rPr>
              <a:t>DEPLOYMENT &amp; CONSTRAINTS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8 platforms require a public HTTPS URL; 3 use outbound connections only (no firewall rules or URL registration needed)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Platform hard limits: Twilio SMS 1600 chars · Facebook Messenger 2000 chars · Google Assistant 10 s · Alexa 8 s · WeChat 5 s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Per-user tokens stored as plaintext JSON files — chmod 600 enforced; secrets manager recommended for production</a:t>
            </a:r>
          </a:p>
          <a:p>
            <a:pPr>
              <a:lnSpc>
                <a:spcPts val="1300"/>
              </a:lnSpc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• MCP token is static (set at startup) — long-lived API tokens strongly preferred; no auto-refresh on expiry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AACC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497</Words>
  <Application>Microsoft Macintosh PowerPoint</Application>
  <PresentationFormat>Custom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מאיה אטמוק</cp:lastModifiedBy>
  <cp:revision>1</cp:revision>
  <dcterms:created xsi:type="dcterms:W3CDTF">2013-01-27T09:14:16Z</dcterms:created>
  <dcterms:modified xsi:type="dcterms:W3CDTF">2026-04-20T03:46:50Z</dcterms:modified>
  <cp:category/>
</cp:coreProperties>
</file>