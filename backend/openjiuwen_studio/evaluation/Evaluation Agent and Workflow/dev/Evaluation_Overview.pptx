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Evaluation System for Agents &amp;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1704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FC3F7"/>
                </a:solidFill>
                <a:latin typeface="Calibri"/>
              </a:rPr>
              <a:t>A first-class benchmarking module that lets teams define correctness, run multi-trial evaluations, and measure agent and workflow quality with rich aggregate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5669280" cy="3154680"/>
          </a:xfrm>
          <a:prstGeom prst="rect">
            <a:avLst/>
          </a:prstGeom>
          <a:solidFill>
            <a:srgbClr val="1A2E45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91072" y="1188720"/>
            <a:ext cx="5669280" cy="3154680"/>
          </a:xfrm>
          <a:prstGeom prst="rect">
            <a:avLst/>
          </a:prstGeom>
          <a:solidFill>
            <a:srgbClr val="1A2E45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128016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9DB7C"/>
                </a:solidFill>
                <a:latin typeface="Calibri"/>
              </a:rP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394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No regression detection — updating a workflow gives teams no structured way to verify previously correct behaviour still holds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No comparative measurement — comparing two agent versions (prompt, model, tool set) has no shared objective metric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LLM outputs are non-deterministic — a single test run can pass by chance, making one-trial results unreliable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Six structural workflow patterns (Routing, Chaining, Parallelisation, etc.) have no dedicated tooling to verify correctness criteria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Teams rely on manual spot-checking which does not scale as the number of agents and workflows grows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664208"/>
            <a:ext cx="5394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Evaluation Suites &amp; Tasks — named versioned test collections with input data, expected outputs, trial counts, and difficulty levels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Three-type Grader System — deterministic (rule-based), model-based (LLM judge), and code-based (custom Python) graders with weighted aggregation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Metrics Engine — computes pass@k, pass^k, latency percentiles, token usage, flakiness score, and per-grader breakdown across all trials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Seven pre-built benchmark YAML files covering all six workflow patterns, loadable in one click without authoring tasks from scratch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Full frontend UI with 4-tab results view (Overview / Metrics / Graders / Traces) and a custom aggregate metrics editor (Σ button)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4480560"/>
            <a:ext cx="2743200" cy="1691640"/>
          </a:xfrm>
          <a:prstGeom prst="rect">
            <a:avLst/>
          </a:prstGeom>
          <a:solidFill>
            <a:srgbClr val="1A2E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" y="4645152"/>
            <a:ext cx="25968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FC3F7"/>
                </a:solidFill>
                <a:latin typeface="Calibri"/>
              </a:rPr>
              <a:t>~20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5440680"/>
            <a:ext cx="25968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New Files
(all additive — no existing files modified)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72384" y="4480560"/>
            <a:ext cx="2743200" cy="1691640"/>
          </a:xfrm>
          <a:prstGeom prst="rect">
            <a:avLst/>
          </a:prstGeom>
          <a:solidFill>
            <a:srgbClr val="1A2E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45536" y="4645152"/>
            <a:ext cx="25968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FC3F7"/>
                </a:solidFill>
                <a:latin typeface="Calibri"/>
              </a:rPr>
              <a:t>~3,000+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5440680"/>
            <a:ext cx="25968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Lines of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6168" y="4480560"/>
            <a:ext cx="2743200" cy="1691640"/>
          </a:xfrm>
          <a:prstGeom prst="rect">
            <a:avLst/>
          </a:prstGeom>
          <a:solidFill>
            <a:srgbClr val="1A2E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4645152"/>
            <a:ext cx="25968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FC3F7"/>
                </a:solidFill>
                <a:latin typeface="Calibri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440680"/>
            <a:ext cx="25968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New REST Endpoints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59952" y="4480560"/>
            <a:ext cx="2743200" cy="1691640"/>
          </a:xfrm>
          <a:prstGeom prst="rect">
            <a:avLst/>
          </a:prstGeom>
          <a:solidFill>
            <a:srgbClr val="1A2E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4645152"/>
            <a:ext cx="25968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FC3F7"/>
                </a:solidFill>
                <a:latin typeface="Calibri"/>
              </a:rPr>
              <a:t>5+5+1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5440680"/>
            <a:ext cx="25968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DB Tables · React Components · Zustand Slice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C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Implementation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66928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FC3F7"/>
                </a:solidFill>
                <a:latin typeface="Calibri"/>
              </a:rPr>
              <a:t>Evaluation System for Agents &amp;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32688"/>
            <a:ext cx="5760720" cy="2724912"/>
          </a:xfrm>
          <a:prstGeom prst="rect">
            <a:avLst/>
          </a:prstGeom>
          <a:solidFill>
            <a:srgbClr val="1A2E45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932688"/>
            <a:ext cx="5760720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241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C3F7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08176"/>
            <a:ext cx="548640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5 new DB tables: evaluation_suite · evaluation_task · evaluation_run · evaluation_result · evaluation_metrics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14 REST endpoints under /api/v1/evaluation/ — full CRUD for suites, tasks, runs, results, and benchmark loading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Evaluation harness runs each trial by calling the existing /execution/workflow and /execution/agent endpoints unchanged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4 new executor modules: evaluation_harness · grader_engine · pattern_validator · metrics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No existing endpoints, tables, or business logic are modified — fully additive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932688"/>
            <a:ext cx="5760720" cy="2724912"/>
          </a:xfrm>
          <a:prstGeom prst="rect">
            <a:avLst/>
          </a:prstGeom>
          <a:solidFill>
            <a:srgbClr val="1A2E45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08192" y="932688"/>
            <a:ext cx="5760720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0241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C3F7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1408176"/>
            <a:ext cx="548640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5 new React components: EvaluationPage · RunEvaluationDialog · EvaluationResults · MetricsPanel · TraceViewer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New route /evaluation — no existing pages or components modified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4-tab results view: Overview (stat cards) · Metrics (pass@k, custom) · Graders (per-grader breakdown) · Traces (per-trial expandable rows with grader verdicts)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1 new Zustand slice (useEvaluationStore) — suite list, active run state, results; no existing slices modified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Custom metrics editor accessed via Σ button — define Python aggregate functions directly in the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776472"/>
            <a:ext cx="5760720" cy="2724912"/>
          </a:xfrm>
          <a:prstGeom prst="rect">
            <a:avLst/>
          </a:prstGeom>
          <a:solidFill>
            <a:srgbClr val="1A2E45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3776472"/>
            <a:ext cx="5760720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86791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C3F7"/>
                </a:solidFill>
                <a:latin typeface="Calibri"/>
              </a:rPr>
              <a:t>Data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51960"/>
            <a:ext cx="548640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>
                <a:solidFill>
                  <a:srgbClr val="FFFFFF"/>
                </a:solidFill>
                <a:latin typeface="Calibri"/>
              </a:rPr>
              <a:t>•  User configures suite + tasks → clicks Run → POST /run/start returns run_id immediately</a:t>
            </a:r>
          </a:p>
          <a:p>
            <a:pPr algn="l"/>
            <a:r>
              <a:rPr sz="880">
                <a:solidFill>
                  <a:srgbClr val="FFFFFF"/>
                </a:solidFill>
                <a:latin typeface="Calibri"/>
              </a:rPr>
              <a:t>•  Evaluation harness runs as a background task: iterates tasks sequentially, runs N trials per task</a:t>
            </a:r>
          </a:p>
          <a:p>
            <a:pPr algn="l"/>
            <a:r>
              <a:rPr sz="880">
                <a:solidFill>
                  <a:srgbClr val="FFFFFF"/>
                </a:solidFill>
                <a:latin typeface="Calibri"/>
              </a:rPr>
              <a:t>•  Each trial: call execution engine → collect trace → run all graders → save TrialResult</a:t>
            </a:r>
          </a:p>
          <a:p>
            <a:pPr algn="l"/>
            <a:r>
              <a:rPr sz="880">
                <a:solidFill>
                  <a:srgbClr val="FFFFFF"/>
                </a:solidFill>
                <a:latin typeface="Calibri"/>
              </a:rPr>
              <a:t>•  Model-based graders issue an additional LLM judge call per trial (cost scales with grader count × trials)</a:t>
            </a:r>
          </a:p>
          <a:p>
            <a:pPr algn="l"/>
            <a:r>
              <a:rPr sz="880">
                <a:solidFill>
                  <a:srgbClr val="FFFFFF"/>
                </a:solidFill>
                <a:latin typeface="Calibri"/>
              </a:rPr>
              <a:t>•  After all trials: metrics.compute() → built-in metrics → custom Python metrics → RunRecord → COMPLETED</a:t>
            </a:r>
          </a:p>
          <a:p>
            <a:pPr algn="l"/>
            <a:r>
              <a:rPr sz="880">
                <a:solidFill>
                  <a:srgbClr val="FFFFFF"/>
                </a:solidFill>
                <a:latin typeface="Calibri"/>
              </a:rPr>
              <a:t>•  UI polls GET /run/status/{run_id} every ~3 s; fetches full results on completion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8192" y="3776472"/>
            <a:ext cx="5760720" cy="2724912"/>
          </a:xfrm>
          <a:prstGeom prst="rect">
            <a:avLst/>
          </a:prstGeom>
          <a:solidFill>
            <a:srgbClr val="1A2E45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08192" y="3776472"/>
            <a:ext cx="5760720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386791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C3F7"/>
                </a:solidFill>
                <a:latin typeface="Calibri"/>
              </a:rPr>
              <a:t>Key Constraints &amp; Design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4251960"/>
            <a:ext cx="548640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Background execution — no streaming of intermediate trial results; UI must poll for status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Code-based graders and custom metrics use exec() with no OS sandbox — scoped to authenticated team members; subprocess isolation is a future improvement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Pattern detection is heuristic (trace-based) — workflows without expected trace signatures must set pattern_type explicitly on the task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pass@k and pass^k require sufficient trials — for k=5, set trials ≥ 5; results are approximate when k &gt; trials</a:t>
            </a:r>
          </a:p>
          <a:p>
            <a:pPr algn="l"/>
            <a:r>
              <a:rPr sz="930">
                <a:solidFill>
                  <a:srgbClr val="FFFFFF"/>
                </a:solidFill>
                <a:latin typeface="Calibri"/>
              </a:rPr>
              <a:t>•  Run results are immutable after completion — re-evaluation requires a new run; history is preserved for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C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